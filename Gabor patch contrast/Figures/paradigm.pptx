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559675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7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060529"/>
            <a:ext cx="6425724" cy="2256061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3403592"/>
            <a:ext cx="5669756" cy="1564542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893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22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615546"/>
            <a:ext cx="6520220" cy="2695572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4336619"/>
            <a:ext cx="6520220" cy="1417538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5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725046"/>
            <a:ext cx="3212862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725046"/>
            <a:ext cx="3212862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45011"/>
            <a:ext cx="6520220" cy="1252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588543"/>
            <a:ext cx="3198096" cy="778521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2367064"/>
            <a:ext cx="3198096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588543"/>
            <a:ext cx="3213847" cy="778521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2367064"/>
            <a:ext cx="3213847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69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04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57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432012"/>
            <a:ext cx="2438192" cy="1512041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933027"/>
            <a:ext cx="3827085" cy="4605124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944052"/>
            <a:ext cx="2438192" cy="3601598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367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432012"/>
            <a:ext cx="2438192" cy="1512041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933027"/>
            <a:ext cx="3827085" cy="4605124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944052"/>
            <a:ext cx="2438192" cy="3601598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9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649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345009"/>
            <a:ext cx="1630055" cy="54916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345009"/>
            <a:ext cx="4795669" cy="54916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0478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345011"/>
            <a:ext cx="652022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725046"/>
            <a:ext cx="6520220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6006164"/>
            <a:ext cx="170092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F648E-B9A4-449D-BBE0-D0D97A8875D3}" type="datetimeFigureOut">
              <a:rPr lang="de-DE" smtClean="0"/>
              <a:t>02.04.2025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6006164"/>
            <a:ext cx="255139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6006164"/>
            <a:ext cx="170092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71846-8963-4612-AEED-02E9436FC9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7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29D6A67-6E18-CC57-AF5A-C2B0B7D0EEA3}"/>
              </a:ext>
            </a:extLst>
          </p:cNvPr>
          <p:cNvGrpSpPr/>
          <p:nvPr/>
        </p:nvGrpSpPr>
        <p:grpSpPr>
          <a:xfrm>
            <a:off x="525671" y="429656"/>
            <a:ext cx="6744462" cy="5727561"/>
            <a:chOff x="1317834" y="618567"/>
            <a:chExt cx="6744462" cy="5727561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4264B1BC-B3E8-A520-FA77-D68DFF1A1528}"/>
                </a:ext>
              </a:extLst>
            </p:cNvPr>
            <p:cNvGrpSpPr/>
            <p:nvPr/>
          </p:nvGrpSpPr>
          <p:grpSpPr>
            <a:xfrm>
              <a:off x="2780837" y="1233770"/>
              <a:ext cx="1707954" cy="1270747"/>
              <a:chOff x="1637832" y="615202"/>
              <a:chExt cx="1707954" cy="1270747"/>
            </a:xfrm>
          </p:grpSpPr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7750F759-B539-B21B-B373-0C79BD9A1C16}"/>
                  </a:ext>
                </a:extLst>
              </p:cNvPr>
              <p:cNvSpPr/>
              <p:nvPr/>
            </p:nvSpPr>
            <p:spPr>
              <a:xfrm>
                <a:off x="1637832" y="615202"/>
                <a:ext cx="1707954" cy="127074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pic>
            <p:nvPicPr>
              <p:cNvPr id="16" name="Grafik 15" descr="Ein Bild, das Werkzeug, Stahlfeile enthält.&#10;&#10;KI-generierte Inhalte können fehlerhaft sein.">
                <a:extLst>
                  <a:ext uri="{FF2B5EF4-FFF2-40B4-BE49-F238E27FC236}">
                    <a16:creationId xmlns:a16="http://schemas.microsoft.com/office/drawing/2014/main" id="{5062A655-CB3B-53E4-65F6-42598E2B4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75641" y="937530"/>
                <a:ext cx="1656697" cy="62608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B823CD0-874A-C7C4-3FE7-DBDEE52D57BD}"/>
                  </a:ext>
                </a:extLst>
              </p:cNvPr>
              <p:cNvSpPr txBox="1"/>
              <p:nvPr/>
            </p:nvSpPr>
            <p:spPr>
              <a:xfrm>
                <a:off x="2337760" y="1065908"/>
                <a:ext cx="3818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>
                    <a:solidFill>
                      <a:schemeClr val="bg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+</a:t>
                </a:r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E857726C-491E-968C-5400-2AEBDFE2F578}"/>
                </a:ext>
              </a:extLst>
            </p:cNvPr>
            <p:cNvGrpSpPr/>
            <p:nvPr/>
          </p:nvGrpSpPr>
          <p:grpSpPr>
            <a:xfrm>
              <a:off x="3660442" y="2252789"/>
              <a:ext cx="1707954" cy="1270747"/>
              <a:chOff x="2491809" y="1543451"/>
              <a:chExt cx="1707954" cy="1270747"/>
            </a:xfrm>
          </p:grpSpPr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55BC2A84-CEEE-9843-94DB-C5465E11EE4B}"/>
                  </a:ext>
                </a:extLst>
              </p:cNvPr>
              <p:cNvSpPr/>
              <p:nvPr/>
            </p:nvSpPr>
            <p:spPr>
              <a:xfrm>
                <a:off x="2491809" y="1543451"/>
                <a:ext cx="1707954" cy="127074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ED496ED-893E-A293-0DAD-8B64D5BD03F2}"/>
                  </a:ext>
                </a:extLst>
              </p:cNvPr>
              <p:cNvSpPr txBox="1"/>
              <p:nvPr/>
            </p:nvSpPr>
            <p:spPr>
              <a:xfrm>
                <a:off x="3191737" y="2023611"/>
                <a:ext cx="346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>
                    <a:solidFill>
                      <a:schemeClr val="bg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1</a:t>
                </a:r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E539A635-B637-A9D0-C05F-C0D239136787}"/>
                </a:ext>
              </a:extLst>
            </p:cNvPr>
            <p:cNvGrpSpPr/>
            <p:nvPr/>
          </p:nvGrpSpPr>
          <p:grpSpPr>
            <a:xfrm>
              <a:off x="4559152" y="3224735"/>
              <a:ext cx="1707954" cy="1270747"/>
              <a:chOff x="3416147" y="2464968"/>
              <a:chExt cx="1707954" cy="1270747"/>
            </a:xfrm>
          </p:grpSpPr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8255D71A-E4AF-4C66-3C5A-DDB198076EBE}"/>
                  </a:ext>
                </a:extLst>
              </p:cNvPr>
              <p:cNvSpPr/>
              <p:nvPr/>
            </p:nvSpPr>
            <p:spPr>
              <a:xfrm>
                <a:off x="3416147" y="2464968"/>
                <a:ext cx="1707954" cy="127074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pic>
            <p:nvPicPr>
              <p:cNvPr id="8" name="Grafik 7" descr="Ein Bild, das Werkzeug, Stahlfeile enthält.&#10;&#10;KI-generierte Inhalte können fehlerhaft sein.">
                <a:extLst>
                  <a:ext uri="{FF2B5EF4-FFF2-40B4-BE49-F238E27FC236}">
                    <a16:creationId xmlns:a16="http://schemas.microsoft.com/office/drawing/2014/main" id="{8AB161D3-8D50-242A-6BD0-26D04091D4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67404" y="2802911"/>
                <a:ext cx="1656697" cy="626089"/>
              </a:xfrm>
              <a:prstGeom prst="rect">
                <a:avLst/>
              </a:prstGeom>
            </p:spPr>
          </p:pic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E46EE1C-DAB0-0ABA-4C25-E879AEC6C07A}"/>
                  </a:ext>
                </a:extLst>
              </p:cNvPr>
              <p:cNvSpPr txBox="1"/>
              <p:nvPr/>
            </p:nvSpPr>
            <p:spPr>
              <a:xfrm>
                <a:off x="4116075" y="2931289"/>
                <a:ext cx="3818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>
                    <a:solidFill>
                      <a:schemeClr val="bg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+</a:t>
                </a:r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5DB456B9-6F6F-BFE7-B5CF-3A017FB402E1}"/>
                </a:ext>
              </a:extLst>
            </p:cNvPr>
            <p:cNvGrpSpPr/>
            <p:nvPr/>
          </p:nvGrpSpPr>
          <p:grpSpPr>
            <a:xfrm>
              <a:off x="5523377" y="4279527"/>
              <a:ext cx="1707954" cy="1270747"/>
              <a:chOff x="2458189" y="1765329"/>
              <a:chExt cx="1707954" cy="1270747"/>
            </a:xfrm>
          </p:grpSpPr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DD83D5B6-2156-8535-CB82-3FB96F1DEFFF}"/>
                  </a:ext>
                </a:extLst>
              </p:cNvPr>
              <p:cNvSpPr/>
              <p:nvPr/>
            </p:nvSpPr>
            <p:spPr>
              <a:xfrm>
                <a:off x="2458189" y="1765329"/>
                <a:ext cx="1707954" cy="127074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8CFAB9B0-3928-B8AC-71D8-CFC9384CCC47}"/>
                  </a:ext>
                </a:extLst>
              </p:cNvPr>
              <p:cNvSpPr txBox="1"/>
              <p:nvPr/>
            </p:nvSpPr>
            <p:spPr>
              <a:xfrm>
                <a:off x="3155713" y="2216036"/>
                <a:ext cx="346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>
                    <a:solidFill>
                      <a:schemeClr val="bg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0</a:t>
                </a:r>
              </a:p>
            </p:txBody>
          </p:sp>
        </p:grp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503767F9-9D02-494F-FF81-F025CE6FAC12}"/>
                </a:ext>
              </a:extLst>
            </p:cNvPr>
            <p:cNvSpPr txBox="1"/>
            <p:nvPr/>
          </p:nvSpPr>
          <p:spPr>
            <a:xfrm>
              <a:off x="2101458" y="4018428"/>
              <a:ext cx="9829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Time</a:t>
              </a:r>
            </a:p>
          </p:txBody>
        </p:sp>
        <p:pic>
          <p:nvPicPr>
            <p:cNvPr id="35" name="Grafik 34" descr="Nach rechts zeigender Finger, Handrücken Silhouette">
              <a:extLst>
                <a:ext uri="{FF2B5EF4-FFF2-40B4-BE49-F238E27FC236}">
                  <a16:creationId xmlns:a16="http://schemas.microsoft.com/office/drawing/2014/main" id="{AF9C78D6-4081-3677-AF4C-5D8E649AB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4816665" y="1800545"/>
              <a:ext cx="395491" cy="395491"/>
            </a:xfrm>
            <a:prstGeom prst="rect">
              <a:avLst/>
            </a:prstGeom>
          </p:spPr>
        </p:pic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A98DAE90-14BF-8798-16D6-0C797A0F7CAD}"/>
                </a:ext>
              </a:extLst>
            </p:cNvPr>
            <p:cNvSpPr/>
            <p:nvPr/>
          </p:nvSpPr>
          <p:spPr>
            <a:xfrm>
              <a:off x="4692802" y="1507075"/>
              <a:ext cx="253416" cy="2534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8" name="Gleichschenkliges Dreieck 37">
              <a:extLst>
                <a:ext uri="{FF2B5EF4-FFF2-40B4-BE49-F238E27FC236}">
                  <a16:creationId xmlns:a16="http://schemas.microsoft.com/office/drawing/2014/main" id="{E9E49C58-3ADE-9B0B-8859-C840E4FFA1B9}"/>
                </a:ext>
              </a:extLst>
            </p:cNvPr>
            <p:cNvSpPr/>
            <p:nvPr/>
          </p:nvSpPr>
          <p:spPr>
            <a:xfrm rot="16200000" flipH="1">
              <a:off x="4737202" y="1567409"/>
              <a:ext cx="164616" cy="141910"/>
            </a:xfrm>
            <a:prstGeom prst="triangl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47477A8-7FF6-031F-7A60-4D2BDF04A0C9}"/>
                </a:ext>
              </a:extLst>
            </p:cNvPr>
            <p:cNvSpPr/>
            <p:nvPr/>
          </p:nvSpPr>
          <p:spPr>
            <a:xfrm rot="10800000">
              <a:off x="5023521" y="1507075"/>
              <a:ext cx="253416" cy="2534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42" name="Gleichschenkliges Dreieck 41">
              <a:extLst>
                <a:ext uri="{FF2B5EF4-FFF2-40B4-BE49-F238E27FC236}">
                  <a16:creationId xmlns:a16="http://schemas.microsoft.com/office/drawing/2014/main" id="{AC985C30-524A-806E-A705-E2A9185A1ACD}"/>
                </a:ext>
              </a:extLst>
            </p:cNvPr>
            <p:cNvSpPr/>
            <p:nvPr/>
          </p:nvSpPr>
          <p:spPr>
            <a:xfrm rot="5400000" flipH="1">
              <a:off x="5067921" y="1558247"/>
              <a:ext cx="164616" cy="141910"/>
            </a:xfrm>
            <a:prstGeom prst="triangle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C8E0DE5A-D7BB-3E4D-6B9D-DC418131031A}"/>
                </a:ext>
              </a:extLst>
            </p:cNvPr>
            <p:cNvSpPr txBox="1"/>
            <p:nvPr/>
          </p:nvSpPr>
          <p:spPr>
            <a:xfrm>
              <a:off x="5377109" y="2703496"/>
              <a:ext cx="803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1 sec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F577B273-AD7B-0EB2-F4D6-0D30D51E61EC}"/>
                </a:ext>
              </a:extLst>
            </p:cNvPr>
            <p:cNvSpPr/>
            <p:nvPr/>
          </p:nvSpPr>
          <p:spPr>
            <a:xfrm>
              <a:off x="6452440" y="3498727"/>
              <a:ext cx="253416" cy="2534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46" name="Gleichschenkliges Dreieck 45">
              <a:extLst>
                <a:ext uri="{FF2B5EF4-FFF2-40B4-BE49-F238E27FC236}">
                  <a16:creationId xmlns:a16="http://schemas.microsoft.com/office/drawing/2014/main" id="{B19D032A-7818-48DB-21C5-DBFA0B09B5F7}"/>
                </a:ext>
              </a:extLst>
            </p:cNvPr>
            <p:cNvSpPr/>
            <p:nvPr/>
          </p:nvSpPr>
          <p:spPr>
            <a:xfrm rot="16200000" flipH="1">
              <a:off x="6496840" y="3559061"/>
              <a:ext cx="164616" cy="141910"/>
            </a:xfrm>
            <a:prstGeom prst="triangl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5CA364FE-4032-444E-E364-7F76ED71D72D}"/>
                </a:ext>
              </a:extLst>
            </p:cNvPr>
            <p:cNvSpPr/>
            <p:nvPr/>
          </p:nvSpPr>
          <p:spPr>
            <a:xfrm rot="10800000">
              <a:off x="6783159" y="3498727"/>
              <a:ext cx="253416" cy="2534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49" name="Gleichschenkliges Dreieck 48">
              <a:extLst>
                <a:ext uri="{FF2B5EF4-FFF2-40B4-BE49-F238E27FC236}">
                  <a16:creationId xmlns:a16="http://schemas.microsoft.com/office/drawing/2014/main" id="{A4FAB44D-2BD2-2D58-4A84-D12FDFEC2591}"/>
                </a:ext>
              </a:extLst>
            </p:cNvPr>
            <p:cNvSpPr/>
            <p:nvPr/>
          </p:nvSpPr>
          <p:spPr>
            <a:xfrm rot="5400000" flipH="1">
              <a:off x="6827559" y="3549899"/>
              <a:ext cx="164616" cy="141910"/>
            </a:xfrm>
            <a:prstGeom prst="triangle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pic>
          <p:nvPicPr>
            <p:cNvPr id="50" name="Grafik 49" descr="Nach rechts zeigender Finger, Handrücken Silhouette">
              <a:extLst>
                <a:ext uri="{FF2B5EF4-FFF2-40B4-BE49-F238E27FC236}">
                  <a16:creationId xmlns:a16="http://schemas.microsoft.com/office/drawing/2014/main" id="{A6DA2E2F-F8A8-30E7-01B6-FD3C644FE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6568283" y="3803879"/>
              <a:ext cx="395491" cy="395491"/>
            </a:xfrm>
            <a:prstGeom prst="rect">
              <a:avLst/>
            </a:prstGeom>
          </p:spPr>
        </p:pic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C5C1AEC5-9109-1E0B-E28B-0A7A922004BD}"/>
                </a:ext>
              </a:extLst>
            </p:cNvPr>
            <p:cNvSpPr txBox="1"/>
            <p:nvPr/>
          </p:nvSpPr>
          <p:spPr>
            <a:xfrm>
              <a:off x="7258871" y="4763854"/>
              <a:ext cx="8034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1 sec</a:t>
              </a: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BBCEFA38-62C3-FB64-DD9D-AC1D3EF8DDF8}"/>
                </a:ext>
              </a:extLst>
            </p:cNvPr>
            <p:cNvSpPr/>
            <p:nvPr/>
          </p:nvSpPr>
          <p:spPr>
            <a:xfrm>
              <a:off x="2593808" y="618567"/>
              <a:ext cx="100853" cy="10085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040EA971-32DE-7431-21D8-71C5B75B0FA6}"/>
                </a:ext>
              </a:extLst>
            </p:cNvPr>
            <p:cNvSpPr/>
            <p:nvPr/>
          </p:nvSpPr>
          <p:spPr>
            <a:xfrm>
              <a:off x="2746208" y="770967"/>
              <a:ext cx="100853" cy="10085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CC0AF573-A9E3-EE77-1595-6FB42494B4FA}"/>
                </a:ext>
              </a:extLst>
            </p:cNvPr>
            <p:cNvSpPr/>
            <p:nvPr/>
          </p:nvSpPr>
          <p:spPr>
            <a:xfrm>
              <a:off x="2898608" y="923367"/>
              <a:ext cx="100853" cy="10085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4084B6CE-2FF4-4103-F8F2-78F061A98305}"/>
                </a:ext>
              </a:extLst>
            </p:cNvPr>
            <p:cNvCxnSpPr>
              <a:cxnSpLocks/>
            </p:cNvCxnSpPr>
            <p:nvPr/>
          </p:nvCxnSpPr>
          <p:spPr>
            <a:xfrm>
              <a:off x="1317834" y="1374087"/>
              <a:ext cx="4387014" cy="4972041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4E3D9223-5038-04AA-B714-F6CD5DF0A913}"/>
                </a:ext>
              </a:extLst>
            </p:cNvPr>
            <p:cNvSpPr/>
            <p:nvPr/>
          </p:nvSpPr>
          <p:spPr>
            <a:xfrm>
              <a:off x="7036575" y="5722431"/>
              <a:ext cx="100853" cy="10085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DACCB85B-AD02-E4AA-0ED8-215BC250997B}"/>
                </a:ext>
              </a:extLst>
            </p:cNvPr>
            <p:cNvSpPr/>
            <p:nvPr/>
          </p:nvSpPr>
          <p:spPr>
            <a:xfrm>
              <a:off x="7188975" y="5874831"/>
              <a:ext cx="100853" cy="10085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C06085EB-26BC-E61F-0FFE-64D5EA9628B6}"/>
                </a:ext>
              </a:extLst>
            </p:cNvPr>
            <p:cNvSpPr/>
            <p:nvPr/>
          </p:nvSpPr>
          <p:spPr>
            <a:xfrm>
              <a:off x="7341375" y="6027231"/>
              <a:ext cx="100853" cy="10085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79908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</Words>
  <Application>Microsoft Office PowerPoint</Application>
  <PresentationFormat>Benutzerdefiniert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2</cp:revision>
  <dcterms:created xsi:type="dcterms:W3CDTF">2025-04-02T12:56:43Z</dcterms:created>
  <dcterms:modified xsi:type="dcterms:W3CDTF">2025-04-02T14:07:54Z</dcterms:modified>
</cp:coreProperties>
</file>