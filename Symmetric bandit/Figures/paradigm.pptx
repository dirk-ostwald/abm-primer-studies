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440021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2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060529"/>
            <a:ext cx="10800160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403592"/>
            <a:ext cx="10800160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44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02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615545"/>
            <a:ext cx="12420184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336618"/>
            <a:ext cx="12420184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719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725046"/>
            <a:ext cx="6120091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725046"/>
            <a:ext cx="6120091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21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45010"/>
            <a:ext cx="12420184" cy="1252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588543"/>
            <a:ext cx="6091965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367064"/>
            <a:ext cx="6091965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588543"/>
            <a:ext cx="612196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367064"/>
            <a:ext cx="6121966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7645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22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785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32012"/>
            <a:ext cx="4644443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33026"/>
            <a:ext cx="7290108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1944052"/>
            <a:ext cx="4644443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88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32012"/>
            <a:ext cx="4644443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33026"/>
            <a:ext cx="7290108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1944052"/>
            <a:ext cx="4644443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48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491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45009"/>
            <a:ext cx="3105046" cy="549164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45009"/>
            <a:ext cx="9135135" cy="54916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9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45010"/>
            <a:ext cx="12420184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725046"/>
            <a:ext cx="12420184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006163"/>
            <a:ext cx="324004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F648E-B9A4-449D-BBE0-D0D97A8875D3}" type="datetimeFigureOut">
              <a:rPr lang="de-DE" smtClean="0"/>
              <a:t>03.04.2025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006163"/>
            <a:ext cx="48600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006163"/>
            <a:ext cx="324004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053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7750F759-B539-B21B-B373-0C79BD9A1C16}"/>
              </a:ext>
            </a:extLst>
          </p:cNvPr>
          <p:cNvSpPr/>
          <p:nvPr/>
        </p:nvSpPr>
        <p:spPr>
          <a:xfrm>
            <a:off x="8811052" y="1044860"/>
            <a:ext cx="1707954" cy="127074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B823CD0-874A-C7C4-3FE7-DBDEE52D57BD}"/>
              </a:ext>
            </a:extLst>
          </p:cNvPr>
          <p:cNvSpPr txBox="1"/>
          <p:nvPr/>
        </p:nvSpPr>
        <p:spPr>
          <a:xfrm>
            <a:off x="9510980" y="1495566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+</a:t>
            </a: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857726C-491E-968C-5400-2AEBDFE2F578}"/>
              </a:ext>
            </a:extLst>
          </p:cNvPr>
          <p:cNvGrpSpPr/>
          <p:nvPr/>
        </p:nvGrpSpPr>
        <p:grpSpPr>
          <a:xfrm>
            <a:off x="9690657" y="2063879"/>
            <a:ext cx="1707954" cy="1270747"/>
            <a:chOff x="2491809" y="1543451"/>
            <a:chExt cx="1707954" cy="1270747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55BC2A84-CEEE-9843-94DB-C5465E11EE4B}"/>
                </a:ext>
              </a:extLst>
            </p:cNvPr>
            <p:cNvSpPr/>
            <p:nvPr/>
          </p:nvSpPr>
          <p:spPr>
            <a:xfrm>
              <a:off x="2491809" y="1543451"/>
              <a:ext cx="1707954" cy="12707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8ED496ED-893E-A293-0DAD-8B64D5BD03F2}"/>
                </a:ext>
              </a:extLst>
            </p:cNvPr>
            <p:cNvSpPr txBox="1"/>
            <p:nvPr/>
          </p:nvSpPr>
          <p:spPr>
            <a:xfrm>
              <a:off x="3191737" y="2023611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>
                  <a:solidFill>
                    <a:schemeClr val="bg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8255D71A-E4AF-4C66-3C5A-DDB198076EBE}"/>
              </a:ext>
            </a:extLst>
          </p:cNvPr>
          <p:cNvSpPr/>
          <p:nvPr/>
        </p:nvSpPr>
        <p:spPr>
          <a:xfrm>
            <a:off x="10589367" y="3035825"/>
            <a:ext cx="1707954" cy="127074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E46EE1C-DAB0-0ABA-4C25-E879AEC6C07A}"/>
              </a:ext>
            </a:extLst>
          </p:cNvPr>
          <p:cNvSpPr txBox="1"/>
          <p:nvPr/>
        </p:nvSpPr>
        <p:spPr>
          <a:xfrm>
            <a:off x="11289295" y="3502146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+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5DB456B9-6F6F-BFE7-B5CF-3A017FB402E1}"/>
              </a:ext>
            </a:extLst>
          </p:cNvPr>
          <p:cNvGrpSpPr/>
          <p:nvPr/>
        </p:nvGrpSpPr>
        <p:grpSpPr>
          <a:xfrm>
            <a:off x="11553592" y="4090617"/>
            <a:ext cx="1707954" cy="1270747"/>
            <a:chOff x="2458189" y="1765329"/>
            <a:chExt cx="1707954" cy="1270747"/>
          </a:xfrm>
        </p:grpSpPr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DD83D5B6-2156-8535-CB82-3FB96F1DEFFF}"/>
                </a:ext>
              </a:extLst>
            </p:cNvPr>
            <p:cNvSpPr/>
            <p:nvPr/>
          </p:nvSpPr>
          <p:spPr>
            <a:xfrm>
              <a:off x="2458189" y="1765329"/>
              <a:ext cx="1707954" cy="12707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8CFAB9B0-3928-B8AC-71D8-CFC9384CCC47}"/>
                </a:ext>
              </a:extLst>
            </p:cNvPr>
            <p:cNvSpPr txBox="1"/>
            <p:nvPr/>
          </p:nvSpPr>
          <p:spPr>
            <a:xfrm>
              <a:off x="3155713" y="2216036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>
                  <a:solidFill>
                    <a:schemeClr val="bg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503767F9-9D02-494F-FF81-F025CE6FAC12}"/>
              </a:ext>
            </a:extLst>
          </p:cNvPr>
          <p:cNvSpPr txBox="1"/>
          <p:nvPr/>
        </p:nvSpPr>
        <p:spPr>
          <a:xfrm>
            <a:off x="8131673" y="3829518"/>
            <a:ext cx="123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Time</a:t>
            </a:r>
          </a:p>
        </p:txBody>
      </p:sp>
      <p:pic>
        <p:nvPicPr>
          <p:cNvPr id="35" name="Grafik 34" descr="Nach rechts zeigender Finger, Handrücken Silhouette">
            <a:extLst>
              <a:ext uri="{FF2B5EF4-FFF2-40B4-BE49-F238E27FC236}">
                <a16:creationId xmlns:a16="http://schemas.microsoft.com/office/drawing/2014/main" id="{AF9C78D6-4081-3677-AF4C-5D8E649AB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846880" y="1611635"/>
            <a:ext cx="395491" cy="395491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A98DAE90-14BF-8798-16D6-0C797A0F7CAD}"/>
              </a:ext>
            </a:extLst>
          </p:cNvPr>
          <p:cNvSpPr/>
          <p:nvPr/>
        </p:nvSpPr>
        <p:spPr>
          <a:xfrm>
            <a:off x="10723017" y="1318165"/>
            <a:ext cx="253416" cy="25341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8" name="Gleichschenkliges Dreieck 37">
            <a:extLst>
              <a:ext uri="{FF2B5EF4-FFF2-40B4-BE49-F238E27FC236}">
                <a16:creationId xmlns:a16="http://schemas.microsoft.com/office/drawing/2014/main" id="{E9E49C58-3ADE-9B0B-8859-C840E4FFA1B9}"/>
              </a:ext>
            </a:extLst>
          </p:cNvPr>
          <p:cNvSpPr/>
          <p:nvPr/>
        </p:nvSpPr>
        <p:spPr>
          <a:xfrm rot="16200000" flipH="1">
            <a:off x="10767417" y="1378499"/>
            <a:ext cx="164616" cy="141910"/>
          </a:xfrm>
          <a:prstGeom prst="triangl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47477A8-7FF6-031F-7A60-4D2BDF04A0C9}"/>
              </a:ext>
            </a:extLst>
          </p:cNvPr>
          <p:cNvSpPr/>
          <p:nvPr/>
        </p:nvSpPr>
        <p:spPr>
          <a:xfrm rot="10800000">
            <a:off x="11053736" y="1318165"/>
            <a:ext cx="253416" cy="25341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2" name="Gleichschenkliges Dreieck 41">
            <a:extLst>
              <a:ext uri="{FF2B5EF4-FFF2-40B4-BE49-F238E27FC236}">
                <a16:creationId xmlns:a16="http://schemas.microsoft.com/office/drawing/2014/main" id="{AC985C30-524A-806E-A705-E2A9185A1ACD}"/>
              </a:ext>
            </a:extLst>
          </p:cNvPr>
          <p:cNvSpPr/>
          <p:nvPr/>
        </p:nvSpPr>
        <p:spPr>
          <a:xfrm rot="5400000" flipH="1">
            <a:off x="11098136" y="1369337"/>
            <a:ext cx="164616" cy="141910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8E0DE5A-D7BB-3E4D-6B9D-DC418131031A}"/>
              </a:ext>
            </a:extLst>
          </p:cNvPr>
          <p:cNvSpPr txBox="1"/>
          <p:nvPr/>
        </p:nvSpPr>
        <p:spPr>
          <a:xfrm>
            <a:off x="11407324" y="2514586"/>
            <a:ext cx="7793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 sec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577B273-AD7B-0EB2-F4D6-0D30D51E61EC}"/>
              </a:ext>
            </a:extLst>
          </p:cNvPr>
          <p:cNvSpPr/>
          <p:nvPr/>
        </p:nvSpPr>
        <p:spPr>
          <a:xfrm>
            <a:off x="12482655" y="3309817"/>
            <a:ext cx="253416" cy="25341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6" name="Gleichschenkliges Dreieck 45">
            <a:extLst>
              <a:ext uri="{FF2B5EF4-FFF2-40B4-BE49-F238E27FC236}">
                <a16:creationId xmlns:a16="http://schemas.microsoft.com/office/drawing/2014/main" id="{B19D032A-7818-48DB-21C5-DBFA0B09B5F7}"/>
              </a:ext>
            </a:extLst>
          </p:cNvPr>
          <p:cNvSpPr/>
          <p:nvPr/>
        </p:nvSpPr>
        <p:spPr>
          <a:xfrm rot="16200000" flipH="1">
            <a:off x="12527055" y="3370151"/>
            <a:ext cx="164616" cy="141910"/>
          </a:xfrm>
          <a:prstGeom prst="triangl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5CA364FE-4032-444E-E364-7F76ED71D72D}"/>
              </a:ext>
            </a:extLst>
          </p:cNvPr>
          <p:cNvSpPr/>
          <p:nvPr/>
        </p:nvSpPr>
        <p:spPr>
          <a:xfrm rot="10800000">
            <a:off x="12813374" y="3309817"/>
            <a:ext cx="253416" cy="25341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9" name="Gleichschenkliges Dreieck 48">
            <a:extLst>
              <a:ext uri="{FF2B5EF4-FFF2-40B4-BE49-F238E27FC236}">
                <a16:creationId xmlns:a16="http://schemas.microsoft.com/office/drawing/2014/main" id="{A4FAB44D-2BD2-2D58-4A84-D12FDFEC2591}"/>
              </a:ext>
            </a:extLst>
          </p:cNvPr>
          <p:cNvSpPr/>
          <p:nvPr/>
        </p:nvSpPr>
        <p:spPr>
          <a:xfrm rot="5400000" flipH="1">
            <a:off x="12857774" y="3360989"/>
            <a:ext cx="164616" cy="141910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50" name="Grafik 49" descr="Nach rechts zeigender Finger, Handrücken Silhouette">
            <a:extLst>
              <a:ext uri="{FF2B5EF4-FFF2-40B4-BE49-F238E27FC236}">
                <a16:creationId xmlns:a16="http://schemas.microsoft.com/office/drawing/2014/main" id="{A6DA2E2F-F8A8-30E7-01B6-FD3C644FE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2598498" y="3614969"/>
            <a:ext cx="395491" cy="395491"/>
          </a:xfrm>
          <a:prstGeom prst="rect">
            <a:avLst/>
          </a:prstGeom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C5C1AEC5-9109-1E0B-E28B-0A7A922004BD}"/>
              </a:ext>
            </a:extLst>
          </p:cNvPr>
          <p:cNvSpPr txBox="1"/>
          <p:nvPr/>
        </p:nvSpPr>
        <p:spPr>
          <a:xfrm>
            <a:off x="13289086" y="4574944"/>
            <a:ext cx="7793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 sec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BBCEFA38-62C3-FB64-DD9D-AC1D3EF8DDF8}"/>
              </a:ext>
            </a:extLst>
          </p:cNvPr>
          <p:cNvSpPr/>
          <p:nvPr/>
        </p:nvSpPr>
        <p:spPr>
          <a:xfrm>
            <a:off x="8624023" y="429657"/>
            <a:ext cx="100853" cy="10085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040EA971-32DE-7431-21D8-71C5B75B0FA6}"/>
              </a:ext>
            </a:extLst>
          </p:cNvPr>
          <p:cNvSpPr/>
          <p:nvPr/>
        </p:nvSpPr>
        <p:spPr>
          <a:xfrm>
            <a:off x="8776423" y="582057"/>
            <a:ext cx="100853" cy="10085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CC0AF573-A9E3-EE77-1595-6FB42494B4FA}"/>
              </a:ext>
            </a:extLst>
          </p:cNvPr>
          <p:cNvSpPr/>
          <p:nvPr/>
        </p:nvSpPr>
        <p:spPr>
          <a:xfrm>
            <a:off x="8928823" y="734457"/>
            <a:ext cx="100853" cy="10085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084B6CE-2FF4-4103-F8F2-78F061A98305}"/>
              </a:ext>
            </a:extLst>
          </p:cNvPr>
          <p:cNvCxnSpPr>
            <a:cxnSpLocks/>
          </p:cNvCxnSpPr>
          <p:nvPr/>
        </p:nvCxnSpPr>
        <p:spPr>
          <a:xfrm>
            <a:off x="7348049" y="1185177"/>
            <a:ext cx="4387014" cy="497204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Ellipse 66">
            <a:extLst>
              <a:ext uri="{FF2B5EF4-FFF2-40B4-BE49-F238E27FC236}">
                <a16:creationId xmlns:a16="http://schemas.microsoft.com/office/drawing/2014/main" id="{4E3D9223-5038-04AA-B714-F6CD5DF0A913}"/>
              </a:ext>
            </a:extLst>
          </p:cNvPr>
          <p:cNvSpPr/>
          <p:nvPr/>
        </p:nvSpPr>
        <p:spPr>
          <a:xfrm>
            <a:off x="13066790" y="5533521"/>
            <a:ext cx="100853" cy="10085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ACCB85B-AD02-E4AA-0ED8-215BC250997B}"/>
              </a:ext>
            </a:extLst>
          </p:cNvPr>
          <p:cNvSpPr/>
          <p:nvPr/>
        </p:nvSpPr>
        <p:spPr>
          <a:xfrm>
            <a:off x="13219190" y="5685921"/>
            <a:ext cx="100853" cy="10085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C06085EB-26BC-E61F-0FFE-64D5EA9628B6}"/>
              </a:ext>
            </a:extLst>
          </p:cNvPr>
          <p:cNvSpPr/>
          <p:nvPr/>
        </p:nvSpPr>
        <p:spPr>
          <a:xfrm>
            <a:off x="13371590" y="5838321"/>
            <a:ext cx="100853" cy="10085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97C39DF-2E10-CBA9-4E75-68C170F6ECD1}"/>
              </a:ext>
            </a:extLst>
          </p:cNvPr>
          <p:cNvSpPr/>
          <p:nvPr/>
        </p:nvSpPr>
        <p:spPr>
          <a:xfrm>
            <a:off x="2941018" y="2600318"/>
            <a:ext cx="937820" cy="93782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CC3F8151-51E4-EEE5-81FE-4E760D0896E1}"/>
              </a:ext>
            </a:extLst>
          </p:cNvPr>
          <p:cNvSpPr/>
          <p:nvPr/>
        </p:nvSpPr>
        <p:spPr>
          <a:xfrm rot="16200000" flipH="1">
            <a:off x="3105329" y="2823597"/>
            <a:ext cx="609197" cy="525168"/>
          </a:xfrm>
          <a:prstGeom prst="triangl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43577C4-97D6-F57B-0A1A-6F376C82A893}"/>
              </a:ext>
            </a:extLst>
          </p:cNvPr>
          <p:cNvSpPr/>
          <p:nvPr/>
        </p:nvSpPr>
        <p:spPr>
          <a:xfrm rot="10800000">
            <a:off x="5304513" y="2604563"/>
            <a:ext cx="937820" cy="93782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Gleichschenkliges Dreieck 6">
            <a:extLst>
              <a:ext uri="{FF2B5EF4-FFF2-40B4-BE49-F238E27FC236}">
                <a16:creationId xmlns:a16="http://schemas.microsoft.com/office/drawing/2014/main" id="{6BE5CA50-BFB9-6F7D-1D4C-57C9256D6591}"/>
              </a:ext>
            </a:extLst>
          </p:cNvPr>
          <p:cNvSpPr/>
          <p:nvPr/>
        </p:nvSpPr>
        <p:spPr>
          <a:xfrm rot="5400000" flipH="1">
            <a:off x="5468825" y="2793936"/>
            <a:ext cx="609197" cy="525168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BC01C6B-9670-A5DA-F858-894B2A21E267}"/>
              </a:ext>
            </a:extLst>
          </p:cNvPr>
          <p:cNvSpPr txBox="1"/>
          <p:nvPr/>
        </p:nvSpPr>
        <p:spPr>
          <a:xfrm>
            <a:off x="317039" y="2750307"/>
            <a:ext cx="1378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Action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BC9B473-0023-7DBC-4C57-6EF13840D761}"/>
              </a:ext>
            </a:extLst>
          </p:cNvPr>
          <p:cNvSpPr txBox="1"/>
          <p:nvPr/>
        </p:nvSpPr>
        <p:spPr>
          <a:xfrm>
            <a:off x="317039" y="1027696"/>
            <a:ext cx="1119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State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4E9766B-B1E0-45E4-F0D7-9A2968553CEB}"/>
              </a:ext>
            </a:extLst>
          </p:cNvPr>
          <p:cNvSpPr txBox="1"/>
          <p:nvPr/>
        </p:nvSpPr>
        <p:spPr>
          <a:xfrm>
            <a:off x="317039" y="5011987"/>
            <a:ext cx="15600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Reward</a:t>
            </a:r>
            <a:endParaRPr lang="de-DE" sz="3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2851398-7063-CAF5-617C-C7D8C20AF7BF}"/>
              </a:ext>
            </a:extLst>
          </p:cNvPr>
          <p:cNvCxnSpPr>
            <a:cxnSpLocks/>
          </p:cNvCxnSpPr>
          <p:nvPr/>
        </p:nvCxnSpPr>
        <p:spPr>
          <a:xfrm flipH="1">
            <a:off x="2858785" y="3726017"/>
            <a:ext cx="461046" cy="9363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BE7B7CB-7C81-0C81-B3B1-5B21D21D3325}"/>
                  </a:ext>
                </a:extLst>
              </p:cNvPr>
              <p:cNvSpPr txBox="1"/>
              <p:nvPr/>
            </p:nvSpPr>
            <p:spPr>
              <a:xfrm>
                <a:off x="3102465" y="1012307"/>
                <a:ext cx="86081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40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</a:t>
                </a:r>
                <a:r>
                  <a:rPr lang="de-DE" sz="4000" i="1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1</a:t>
                </a:r>
                <a14:m>
                  <m:oMath xmlns:m="http://schemas.openxmlformats.org/officeDocument/2006/math">
                    <m:r>
                      <a:rPr lang="de-DE" sz="40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∼</m:t>
                    </m:r>
                  </m:oMath>
                </a14:m>
                <a:endParaRPr lang="de-DE" sz="4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BE7B7CB-7C81-0C81-B3B1-5B21D21D3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465" y="1012307"/>
                <a:ext cx="860813" cy="615553"/>
              </a:xfrm>
              <a:prstGeom prst="rect">
                <a:avLst/>
              </a:prstGeom>
              <a:blipFill>
                <a:blip r:embed="rId4"/>
                <a:stretch>
                  <a:fillRect l="-36170" t="-22772" b="-51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AB840D8C-1518-F23D-B53D-D8CAE84DB0C3}"/>
              </a:ext>
            </a:extLst>
          </p:cNvPr>
          <p:cNvGrpSpPr/>
          <p:nvPr/>
        </p:nvGrpSpPr>
        <p:grpSpPr>
          <a:xfrm>
            <a:off x="4221022" y="582901"/>
            <a:ext cx="2061617" cy="1474365"/>
            <a:chOff x="4417636" y="734457"/>
            <a:chExt cx="1673883" cy="1197077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AE2DB81B-A39E-84CD-D9E7-1C9B8D079EC9}"/>
                </a:ext>
              </a:extLst>
            </p:cNvPr>
            <p:cNvSpPr/>
            <p:nvPr/>
          </p:nvSpPr>
          <p:spPr>
            <a:xfrm>
              <a:off x="4666131" y="1044861"/>
              <a:ext cx="1060591" cy="5667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14550B69-2B29-52B3-0320-44D7CC3B1D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31" y="734457"/>
              <a:ext cx="0" cy="88621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F8651D17-5CA5-6583-5455-5B7EBB8EECBB}"/>
                </a:ext>
              </a:extLst>
            </p:cNvPr>
            <p:cNvCxnSpPr/>
            <p:nvPr/>
          </p:nvCxnSpPr>
          <p:spPr>
            <a:xfrm>
              <a:off x="4511490" y="1613948"/>
              <a:ext cx="158002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B481D415-5D17-8FDF-CB97-9301B7DF3E00}"/>
                </a:ext>
              </a:extLst>
            </p:cNvPr>
            <p:cNvSpPr txBox="1"/>
            <p:nvPr/>
          </p:nvSpPr>
          <p:spPr>
            <a:xfrm>
              <a:off x="4417636" y="898871"/>
              <a:ext cx="243645" cy="299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1A7ED9DE-0AB8-6644-5AAB-028AFCC1C570}"/>
                </a:ext>
              </a:extLst>
            </p:cNvPr>
            <p:cNvSpPr txBox="1"/>
            <p:nvPr/>
          </p:nvSpPr>
          <p:spPr>
            <a:xfrm>
              <a:off x="4550400" y="1607723"/>
              <a:ext cx="243645" cy="299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2C556767-B4D6-6A70-6623-EDF81D909151}"/>
                </a:ext>
              </a:extLst>
            </p:cNvPr>
            <p:cNvSpPr txBox="1"/>
            <p:nvPr/>
          </p:nvSpPr>
          <p:spPr>
            <a:xfrm>
              <a:off x="5609155" y="1631663"/>
              <a:ext cx="243645" cy="299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</p:grpSp>
      <p:sp>
        <p:nvSpPr>
          <p:cNvPr id="65" name="Textfeld 64">
            <a:extLst>
              <a:ext uri="{FF2B5EF4-FFF2-40B4-BE49-F238E27FC236}">
                <a16:creationId xmlns:a16="http://schemas.microsoft.com/office/drawing/2014/main" id="{F495E692-E07E-ED05-AE4F-668B26CCFD30}"/>
              </a:ext>
            </a:extLst>
          </p:cNvPr>
          <p:cNvSpPr txBox="1"/>
          <p:nvPr/>
        </p:nvSpPr>
        <p:spPr>
          <a:xfrm>
            <a:off x="2597447" y="4971752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200A7485-EC79-CDD6-E209-6B005A1381E7}"/>
              </a:ext>
            </a:extLst>
          </p:cNvPr>
          <p:cNvSpPr txBox="1"/>
          <p:nvPr/>
        </p:nvSpPr>
        <p:spPr>
          <a:xfrm>
            <a:off x="3744363" y="4968263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C239C0E4-8995-97B2-8ED7-97A4F6F20F04}"/>
              </a:ext>
            </a:extLst>
          </p:cNvPr>
          <p:cNvCxnSpPr>
            <a:cxnSpLocks/>
          </p:cNvCxnSpPr>
          <p:nvPr/>
        </p:nvCxnSpPr>
        <p:spPr>
          <a:xfrm>
            <a:off x="3457922" y="3715913"/>
            <a:ext cx="461046" cy="9363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F56BB10F-1084-36AE-0D21-838024C7E06B}"/>
              </a:ext>
            </a:extLst>
          </p:cNvPr>
          <p:cNvCxnSpPr>
            <a:cxnSpLocks/>
          </p:cNvCxnSpPr>
          <p:nvPr/>
        </p:nvCxnSpPr>
        <p:spPr>
          <a:xfrm flipH="1">
            <a:off x="5207479" y="3721662"/>
            <a:ext cx="461046" cy="9363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58860A6E-7D5B-E98D-3B14-E7016A30D235}"/>
              </a:ext>
            </a:extLst>
          </p:cNvPr>
          <p:cNvSpPr txBox="1"/>
          <p:nvPr/>
        </p:nvSpPr>
        <p:spPr>
          <a:xfrm>
            <a:off x="4887368" y="4971317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E17C3643-A42D-581B-25FC-F1E866EE4061}"/>
              </a:ext>
            </a:extLst>
          </p:cNvPr>
          <p:cNvSpPr txBox="1"/>
          <p:nvPr/>
        </p:nvSpPr>
        <p:spPr>
          <a:xfrm>
            <a:off x="6148051" y="4968263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8760CBC5-F9B0-E427-49C5-79CC11DE9955}"/>
              </a:ext>
            </a:extLst>
          </p:cNvPr>
          <p:cNvCxnSpPr>
            <a:cxnSpLocks/>
          </p:cNvCxnSpPr>
          <p:nvPr/>
        </p:nvCxnSpPr>
        <p:spPr>
          <a:xfrm>
            <a:off x="5861610" y="3715913"/>
            <a:ext cx="461046" cy="9363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52F0F84B-37FC-7D73-F5B7-CC7C7BD0DB54}"/>
              </a:ext>
            </a:extLst>
          </p:cNvPr>
          <p:cNvSpPr txBox="1"/>
          <p:nvPr/>
        </p:nvSpPr>
        <p:spPr>
          <a:xfrm>
            <a:off x="2645698" y="3823706"/>
            <a:ext cx="379912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3000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 </a:t>
            </a:r>
            <a:endParaRPr lang="de-DE" sz="30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2CD6F967-2ED4-4D0C-6354-9C86C7E6458B}"/>
              </a:ext>
            </a:extLst>
          </p:cNvPr>
          <p:cNvSpPr txBox="1"/>
          <p:nvPr/>
        </p:nvSpPr>
        <p:spPr>
          <a:xfrm>
            <a:off x="3764733" y="3823706"/>
            <a:ext cx="767839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r>
              <a:rPr lang="de-DE" sz="3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‒s</a:t>
            </a:r>
            <a:r>
              <a:rPr lang="de-DE" sz="3000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 </a:t>
            </a:r>
            <a:endParaRPr lang="de-DE" sz="30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99AE8216-3C3C-B3D1-6C83-2F562F73DA8B}"/>
              </a:ext>
            </a:extLst>
          </p:cNvPr>
          <p:cNvSpPr txBox="1"/>
          <p:nvPr/>
        </p:nvSpPr>
        <p:spPr>
          <a:xfrm>
            <a:off x="4697063" y="3823706"/>
            <a:ext cx="767839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r>
              <a:rPr lang="de-DE" sz="3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‒s</a:t>
            </a:r>
            <a:r>
              <a:rPr lang="de-DE" sz="3000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 </a:t>
            </a:r>
            <a:endParaRPr lang="de-DE" sz="30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52A7834E-F14F-1278-DA13-1E6D027A2ED5}"/>
              </a:ext>
            </a:extLst>
          </p:cNvPr>
          <p:cNvSpPr txBox="1"/>
          <p:nvPr/>
        </p:nvSpPr>
        <p:spPr>
          <a:xfrm>
            <a:off x="6219876" y="3823706"/>
            <a:ext cx="379912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3000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 </a:t>
            </a:r>
            <a:endParaRPr lang="de-DE" sz="30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08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</Words>
  <Application>Microsoft Office PowerPoint</Application>
  <PresentationFormat>Benutzerdefiniert</PresentationFormat>
  <Paragraphs>22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Serif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3</cp:revision>
  <dcterms:created xsi:type="dcterms:W3CDTF">2025-04-02T12:56:43Z</dcterms:created>
  <dcterms:modified xsi:type="dcterms:W3CDTF">2025-04-03T14:02:52Z</dcterms:modified>
</cp:coreProperties>
</file>